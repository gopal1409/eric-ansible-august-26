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54864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54864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56032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256032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457200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3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 ·  AUTOMATION TRAINING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Roles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the directory structure, understanding each folder,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wiring roles into a playbook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02920" cy="41148"/>
          </a:xfrm>
          <a:prstGeom prst="rect">
            <a:avLst/>
          </a:prstGeom>
          <a:solidFill>
            <a:srgbClr val="D6001C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434340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0E0F12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45262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2416" y="45262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43584" y="45262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44531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48006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ansible-galaxy init myrole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FB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myrole was created successfully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Roles — Learning Guide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3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WHY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 structuring playbooks into roles?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is a self-contained, reusable unit of automation — Ansible's convention for organizing tasks, variables, files, and templates so they can be shared and dropped into any playbook.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606040"/>
            <a:ext cx="502920" cy="502920"/>
          </a:xfrm>
          <a:prstGeom prst="ellipse">
            <a:avLst/>
          </a:prstGeom>
          <a:solidFill>
            <a:srgbClr val="24262C"/>
          </a:solidFill>
          <a:ln w="15875">
            <a:solidFill>
              <a:srgbClr val="D600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0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32918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3685032"/>
            <a:ext cx="19751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apply across many playbooks and projects without copy-paste.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33172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7872" y="2606040"/>
            <a:ext cx="502920" cy="502920"/>
          </a:xfrm>
          <a:prstGeom prst="ellipse">
            <a:avLst/>
          </a:prstGeom>
          <a:solidFill>
            <a:srgbClr val="24262C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47872" y="32918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7872" y="3685032"/>
            <a:ext cx="19751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directory convention — tasks, vars, and files each have one obvious home.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2606040"/>
            <a:ext cx="502920" cy="502920"/>
          </a:xfrm>
          <a:prstGeom prst="ellipse">
            <a:avLst/>
          </a:prstGeom>
          <a:solidFill>
            <a:srgbClr val="24262C"/>
          </a:solidFill>
          <a:ln w="15875">
            <a:solidFill>
              <a:srgbClr val="3FB2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B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91072" y="32918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91072" y="3685032"/>
            <a:ext cx="19751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Ansible Galaxy or a private repo; teammates install with one command.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0" y="2331720"/>
            <a:ext cx="2487168" cy="3566160"/>
          </a:xfrm>
          <a:prstGeom prst="roundRect">
            <a:avLst>
              <a:gd name="adj" fmla="val 3309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34272" y="2606040"/>
            <a:ext cx="502920" cy="502920"/>
          </a:xfrm>
          <a:prstGeom prst="ellipse">
            <a:avLst/>
          </a:prstGeom>
          <a:solidFill>
            <a:srgbClr val="24262C"/>
          </a:solidFill>
          <a:ln w="15875">
            <a:solidFill>
              <a:srgbClr val="F237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34272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3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34272" y="32918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34272" y="3685032"/>
            <a:ext cx="19751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tests/ folder isolates a role so it can be validated on its own.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Roles — Learning Guide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3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GENERATING A ROLE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scaffolds the entire role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2743200"/>
          </a:xfrm>
          <a:prstGeom prst="roundRect">
            <a:avLst>
              <a:gd name="adj" fmla="val 2667"/>
            </a:avLst>
          </a:prstGeom>
          <a:solidFill>
            <a:srgbClr val="0E0F12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373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7373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17373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01168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inside your roles/ directory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ansible-galaxy init myrole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equivalent, explicit sub-command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ansible-galaxy role init myrole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target a specific path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ansible-galaxy init \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--init-path roles myrole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20116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full standard folder tree in one shot — no manual mkdir chains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 starter main.yml into tasks/, handlers/, vars/, defaults/, and meta/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README.md scaffold and a tests/ folder with a sample inventory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run from anywhere — Ansible finds roles via roles_path or a local roles/ folder next to the playbook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4526280"/>
            <a:ext cx="4846320" cy="685800"/>
          </a:xfrm>
          <a:prstGeom prst="roundRect">
            <a:avLst>
              <a:gd name="adj" fmla="val 10667"/>
            </a:avLst>
          </a:prstGeom>
          <a:solidFill>
            <a:srgbClr val="1F2126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45262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3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roles_path in ansible.cfg so init and playbooks agree on where roles live.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Roles — Learning Guide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3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DIRECTORY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ansible-galaxy init generates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937760" cy="5074920"/>
          </a:xfrm>
          <a:prstGeom prst="roundRect">
            <a:avLst>
              <a:gd name="adj" fmla="val 1481"/>
            </a:avLst>
          </a:prstGeom>
          <a:solidFill>
            <a:srgbClr val="0E0F12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002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6002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16002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527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myrole/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42976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myrole/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37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tasks/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main.yml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37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handlers/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main.yml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templates/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files/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vars/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main.yml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defaults/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main.yml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meta/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main.yml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inventory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test.yml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06440" y="16276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2374B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15270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tasks/ · handlers/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80760" y="181965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— what runs, and what reacts to 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06440" y="24688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236829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· files/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266090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shipped to the target host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06440" y="33101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FB27F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320954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vars/ · defaults/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80760" y="35021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split by override priority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06440" y="41513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8F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40507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meta/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80760" y="4343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metadata and dependencies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06440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84878F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4892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· README.md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0760" y="51846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validation and docs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Roles — Learning Guide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3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CORE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tasks/ and handlers/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4617720"/>
          </a:xfrm>
          <a:prstGeom prst="roundRect">
            <a:avLst>
              <a:gd name="adj" fmla="val 1782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24262C"/>
          </a:solidFill>
          <a:ln w="12700">
            <a:solidFill>
              <a:srgbClr val="F237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051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37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tasks/main.yml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 of the role — the ordered list of actions Ansible runs on the target host.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4709160" cy="2743200"/>
          </a:xfrm>
          <a:prstGeom prst="roundRect">
            <a:avLst>
              <a:gd name="adj" fmla="val 2667"/>
            </a:avLst>
          </a:prstGeom>
          <a:solidFill>
            <a:srgbClr val="0E0F12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33375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1225296" y="33375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426464" y="33375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611880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Install nginx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ansible.builtin.apt: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nginx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present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37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notify: Restart nginx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5257800" cy="4617720"/>
          </a:xfrm>
          <a:prstGeom prst="roundRect">
            <a:avLst>
              <a:gd name="adj" fmla="val 1782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81051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24262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8105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handlers/main.yml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3317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that only run when notified — ideal for restarts that should happen once, after all changes.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3154680"/>
            <a:ext cx="4709160" cy="2743200"/>
          </a:xfrm>
          <a:prstGeom prst="roundRect">
            <a:avLst>
              <a:gd name="adj" fmla="val 2667"/>
            </a:avLst>
          </a:prstGeom>
          <a:solidFill>
            <a:srgbClr val="0E0F12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47688" y="33375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848856" y="33375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7050024" y="33375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611880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Restart nginx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ansible.builtin.service: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nginx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restarted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Roles — Learning Guide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3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CONTENT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 and files/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4617720"/>
          </a:xfrm>
          <a:prstGeom prst="roundRect">
            <a:avLst>
              <a:gd name="adj" fmla="val 1782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24262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051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templates/*.j2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files rendered per-host — use when content needs variables, loops, or conditionals.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4709160" cy="2743200"/>
          </a:xfrm>
          <a:prstGeom prst="roundRect">
            <a:avLst>
              <a:gd name="adj" fmla="val 2667"/>
            </a:avLst>
          </a:prstGeom>
          <a:solidFill>
            <a:srgbClr val="0E0F12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33375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1225296" y="33375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426464" y="33375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611880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templates/nginx.conf.j2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37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listen {{ nginx_port }};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37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server_name {{ domain }};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used with the `template` module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5257800" cy="4617720"/>
          </a:xfrm>
          <a:prstGeom prst="roundRect">
            <a:avLst>
              <a:gd name="adj" fmla="val 1782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8105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24262C"/>
          </a:solidFill>
          <a:ln w="12700">
            <a:solidFill>
              <a:srgbClr val="3FB2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810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files/*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3317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assets copied byte-for-byte — no templating, no variable substitution.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3154680"/>
            <a:ext cx="4709160" cy="2743200"/>
          </a:xfrm>
          <a:prstGeom prst="roundRect">
            <a:avLst>
              <a:gd name="adj" fmla="val 2667"/>
            </a:avLst>
          </a:prstGeom>
          <a:solidFill>
            <a:srgbClr val="0E0F12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47688" y="33375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848856" y="33375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7050024" y="33375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611880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files/motd.txt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— managed by Ansible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playbook task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ansible.builtin.copy: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src: motd.txt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dest: /etc/motd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Roles — Learning Guide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3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VARIABLES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vars/ vs. defaults/ — it's all about priority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hold role variables in the same YAML shape. What separates them is where they sit in Ansible's variable precedence order.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134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24262C"/>
          </a:solidFill>
          <a:ln w="12700">
            <a:solidFill>
              <a:srgbClr val="3FB2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134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defaults/main.yml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FB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PRIORITY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4709160" cy="1051560"/>
          </a:xfrm>
          <a:prstGeom prst="roundRect">
            <a:avLst>
              <a:gd name="adj" fmla="val 6957"/>
            </a:avLst>
          </a:prstGeom>
          <a:solidFill>
            <a:srgbClr val="0E0F12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32004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1225296" y="32004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26464" y="32004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4747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nginx_port: 80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nginx_workers: 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17880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fallback values. Meant to be overridden — by group_vars, host_vars, or -e on the CLI.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205740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3134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24262C"/>
          </a:solidFill>
          <a:ln w="12700">
            <a:solidFill>
              <a:srgbClr val="F237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3134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37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vars/main.yml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27157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3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46520" y="3017520"/>
            <a:ext cx="4709160" cy="1051560"/>
          </a:xfrm>
          <a:prstGeom prst="roundRect">
            <a:avLst>
              <a:gd name="adj" fmla="val 6957"/>
            </a:avLst>
          </a:prstGeom>
          <a:solidFill>
            <a:srgbClr val="0E0F12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47688" y="32004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48856" y="32004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7050024" y="32004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4747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nginx_conf_path: /etc/nginx/nginx.conf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nginx_user: www-data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17880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internals and facts the role depends on. Harder to override — use for values the role shouldn't be run without.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4864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Precedence:  </a:t>
            </a:r>
            <a:pPr indent="0" marL="0">
              <a:buNone/>
            </a:pPr>
            <a:r>
              <a:rPr lang="en-US" sz="120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defaults  →  inventory vars  →  playbook vars  →  role vars  →  -e extra vars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Roles — Learning Guide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3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METADATA &amp; DEPENDENCIES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meta/main.yml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role itself — author, license, platform support — and, critically, any other roles that must run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0E0F12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945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21945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21945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1214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meta/main.yml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46888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galaxy_info: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author: platform-team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description: Installs nginx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license: MIT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min_ansible_version: "2.15"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platforms: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Ubuntu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versions: [ jammy, noble ]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37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role: common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role: firewall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vars: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allowed_port: "{{ nginx_port }}"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0372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24688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run automatically before this role's own tasks — no manual ordering in the playbook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galaxy_info powers the listing if you publish the role to Ansible Galaxy or a private hub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min_ansible_version and platforms document — and can enforce — where the role is safe to run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Roles — Learning Guide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3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role from a playbook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2880360"/>
          </a:xfrm>
          <a:prstGeom prst="roundRect">
            <a:avLst>
              <a:gd name="adj" fmla="val 2540"/>
            </a:avLst>
          </a:prstGeom>
          <a:solidFill>
            <a:srgbClr val="0E0F12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373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7373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17373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site.yml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011680"/>
            <a:ext cx="5303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Configure web servers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 webservers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become: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37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roles: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myrole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role: myrole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vars: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7B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nginx_port: 8080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5943600" cy="1600200"/>
          </a:xfrm>
          <a:prstGeom prst="roundRect">
            <a:avLst>
              <a:gd name="adj" fmla="val 4571"/>
            </a:avLst>
          </a:prstGeom>
          <a:solidFill>
            <a:srgbClr val="0E0F12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4754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" y="4754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4754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6817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502920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ansible-playbook site.yml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ansible-playbook site.yml --tags myrole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ansible-playbook site.yml --check --diff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03720" y="1554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Ansible looks for roles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03720" y="201168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./roles/ next to the playbook — the default, no config needed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roles_path entries in ansible.cfg, for shared or vendored roles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installed via requirements.yml, referenced as namespace.collection.role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03720" y="425196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1F2126"/>
          </a:solidFill>
          <a:ln w="12700">
            <a:solidFill>
              <a:srgbClr val="D600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4434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3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vs. roles: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4736592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runs before all tasks:, in list order. Need a role mid-way through a task list instead? Use import_role or include_role directly inside tasks:.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Roles — Learning Guide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3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 &amp; best practices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ansible-galaxy CLI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943600" cy="4297680"/>
          </a:xfrm>
          <a:prstGeom prst="roundRect">
            <a:avLst>
              <a:gd name="adj" fmla="val 1702"/>
            </a:avLst>
          </a:prstGeom>
          <a:solidFill>
            <a:srgbClr val="0E0F12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116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20116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20116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385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ansible-galaxy init myrole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scaffold a new role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ansible-galaxy role list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show installed roles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ansible-galaxy install geerlingguy.nginx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pull a role from Galaxy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ansible-galaxy install -r requirements.yml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install a pinned set of roles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ansible-galaxy role remove myrole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487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uninstall a role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03720" y="1874520"/>
            <a:ext cx="4754880" cy="896112"/>
          </a:xfrm>
          <a:prstGeom prst="roundRect">
            <a:avLst>
              <a:gd name="adj" fmla="val 8163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203911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2374B"/>
          </a:solidFill>
          <a:ln/>
        </p:spPr>
      </p:sp>
      <p:sp>
        <p:nvSpPr>
          <p:cNvPr id="14" name="Text 12"/>
          <p:cNvSpPr/>
          <p:nvPr/>
        </p:nvSpPr>
        <p:spPr>
          <a:xfrm>
            <a:off x="7342632" y="19659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tasks small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42632" y="22585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long task files with include_tasks instead of one giant main.yml.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03720" y="2907792"/>
            <a:ext cx="4754880" cy="896112"/>
          </a:xfrm>
          <a:prstGeom prst="roundRect">
            <a:avLst>
              <a:gd name="adj" fmla="val 8163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30723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2374B"/>
          </a:solidFill>
          <a:ln/>
        </p:spPr>
      </p:sp>
      <p:sp>
        <p:nvSpPr>
          <p:cNvPr id="18" name="Text 16"/>
          <p:cNvSpPr/>
          <p:nvPr/>
        </p:nvSpPr>
        <p:spPr>
          <a:xfrm>
            <a:off x="7342632" y="29992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everything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42632" y="3291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 a caller might reasonably change belongs in defaults/, not vars/.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03720" y="3941064"/>
            <a:ext cx="4754880" cy="896112"/>
          </a:xfrm>
          <a:prstGeom prst="roundRect">
            <a:avLst>
              <a:gd name="adj" fmla="val 8163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410565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2374B"/>
          </a:solidFill>
          <a:ln/>
        </p:spPr>
      </p:sp>
      <p:sp>
        <p:nvSpPr>
          <p:cNvPr id="22" name="Text 20"/>
          <p:cNvSpPr/>
          <p:nvPr/>
        </p:nvSpPr>
        <p:spPr>
          <a:xfrm>
            <a:off x="7342632" y="403250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variables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42632" y="43251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vars with the role name (nginx_port, not port) to avoid collisions.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03720" y="4974336"/>
            <a:ext cx="4754880" cy="896112"/>
          </a:xfrm>
          <a:prstGeom prst="roundRect">
            <a:avLst>
              <a:gd name="adj" fmla="val 8163"/>
            </a:avLst>
          </a:prstGeom>
          <a:solidFill>
            <a:srgbClr val="1F2126"/>
          </a:solidFill>
          <a:ln w="12700">
            <a:solidFill>
              <a:srgbClr val="2B2E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513892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2374B"/>
          </a:solidFill>
          <a:ln/>
        </p:spPr>
      </p:sp>
      <p:sp>
        <p:nvSpPr>
          <p:cNvPr id="26" name="Text 24"/>
          <p:cNvSpPr/>
          <p:nvPr/>
        </p:nvSpPr>
        <p:spPr>
          <a:xfrm>
            <a:off x="7342632" y="50657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before sharing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42632" y="535838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ansible-lint and molecule test as part of CI on every role change.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Roles — Learning Guide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6873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2026-08-05T04:03:35Z</dcterms:created>
  <dcterms:modified xsi:type="dcterms:W3CDTF">2026-08-05T04:03:35Z</dcterms:modified>
</cp:coreProperties>
</file>